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D1D3A-A82F-470C-91D5-264C107CD984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6D2B3-C8A0-486E-97BB-1E0A05A0D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9816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21494B1-8FEB-4D3E-839E-B55A81FC851A}" type="datetime1">
              <a:rPr lang="fr-FR" smtClean="0"/>
              <a:t>15/09/2025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869A518-6D2F-44A5-9ADF-12C10F3EDB72}" type="slidenum">
              <a:rPr lang="fr-FR" smtClean="0"/>
              <a:t>‹N°›</a:t>
            </a:fld>
            <a:endParaRPr lang="fr-FR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526294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B30D1-7EBB-461E-9862-1D9FD9399F7C}" type="datetime1">
              <a:rPr lang="fr-FR" smtClean="0"/>
              <a:t>15/09/2025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A518-6D2F-44A5-9ADF-12C10F3EDB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6236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62175-D426-46F1-9594-C6AB5B160330}" type="datetime1">
              <a:rPr lang="fr-FR" smtClean="0"/>
              <a:t>15/09/2025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869A518-6D2F-44A5-9ADF-12C10F3EDB72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490252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EF2AC-ABD8-4CC4-A1EA-30D73723A021}" type="datetime1">
              <a:rPr lang="fr-FR" smtClean="0"/>
              <a:t>15/09/2025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A518-6D2F-44A5-9ADF-12C10F3EDB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9387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FF617-9928-4080-9E0A-3CC784F20895}" type="datetime1">
              <a:rPr lang="fr-FR" smtClean="0"/>
              <a:t>15/09/2025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A518-6D2F-44A5-9ADF-12C10F3EDB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8262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BF54-4DAF-4549-A3DE-0D6F12B419DC}" type="datetime1">
              <a:rPr lang="fr-FR" smtClean="0"/>
              <a:t>15/09/2025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A518-6D2F-44A5-9ADF-12C10F3EDB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4926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D238-FB8F-465B-9D68-AD9457A6E93F}" type="datetime1">
              <a:rPr lang="fr-FR" smtClean="0"/>
              <a:t>15/09/2025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A518-6D2F-44A5-9ADF-12C10F3EDB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372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622E1A-E8E8-446F-8405-31E7B31212E9}" type="datetime1">
              <a:rPr lang="fr-FR" smtClean="0"/>
              <a:t>15/09/2025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869A518-6D2F-44A5-9ADF-12C10F3EDB72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9954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7F4F64-8A41-48C8-98D6-7D01626C3585}" type="datetime1">
              <a:rPr lang="fr-FR" smtClean="0"/>
              <a:t>15/09/2025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869A518-6D2F-44A5-9ADF-12C10F3EDB72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02744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70C52-1958-4A62-9578-E6CDB102E0D0}" type="datetime1">
              <a:rPr lang="fr-FR" smtClean="0"/>
              <a:t>15/09/2025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A518-6D2F-44A5-9ADF-12C10F3EDB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010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EA5CC-06E2-4B3B-ACA4-6429A6A70FD3}" type="datetime1">
              <a:rPr lang="fr-FR" smtClean="0"/>
              <a:t>15/09/2025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A518-6D2F-44A5-9ADF-12C10F3EDB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191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95D8B58A-FC64-42A5-AF8D-4F441CCDBD6B}" type="datetime1">
              <a:rPr lang="fr-FR" smtClean="0"/>
              <a:t>15/09/2025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0869A518-6D2F-44A5-9ADF-12C10F3EDB72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51851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A2FF85-28D8-4DA8-A100-4AD8A4460B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Benchmark – </a:t>
            </a:r>
            <a:r>
              <a:rPr lang="fr-FR" dirty="0" err="1"/>
              <a:t>Card</a:t>
            </a:r>
            <a:r>
              <a:rPr lang="fr-FR" dirty="0"/>
              <a:t> </a:t>
            </a:r>
            <a:r>
              <a:rPr lang="fr-FR" dirty="0" err="1"/>
              <a:t>Racter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3B8C5C-EF58-4F15-9564-74A875D6C5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Lucas </a:t>
            </a:r>
            <a:r>
              <a:rPr lang="fr-FR" dirty="0" err="1"/>
              <a:t>Devanlay</a:t>
            </a:r>
            <a:r>
              <a:rPr lang="fr-FR" dirty="0"/>
              <a:t>, </a:t>
            </a:r>
            <a:r>
              <a:rPr lang="fr-FR" dirty="0" err="1"/>
              <a:t>Menneret</a:t>
            </a:r>
            <a:r>
              <a:rPr lang="fr-FR" dirty="0"/>
              <a:t> Amaury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F201A1-1330-4DD7-B499-DAEA2BC7E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A518-6D2F-44A5-9ADF-12C10F3EDB72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9442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0F5052-F197-4038-8A17-2B111C615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5</a:t>
            </a:r>
            <a:r>
              <a:rPr lang="fr-FR" b="1" baseline="30000" dirty="0"/>
              <a:t>e</a:t>
            </a:r>
            <a:r>
              <a:rPr lang="fr-FR" b="1" dirty="0"/>
              <a:t> </a:t>
            </a:r>
            <a:r>
              <a:rPr lang="fr-FR" b="1" dirty="0" err="1"/>
              <a:t>Character</a:t>
            </a:r>
            <a:r>
              <a:rPr lang="fr-FR" b="1" dirty="0"/>
              <a:t> </a:t>
            </a:r>
            <a:r>
              <a:rPr lang="fr-FR" b="1" dirty="0" err="1"/>
              <a:t>Sheet</a:t>
            </a:r>
            <a:r>
              <a:rPr lang="fr-FR" b="1" dirty="0"/>
              <a:t> app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10B576-5D9C-4088-9715-E2ACE370A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Franklin Gothic Book" panose="020B0503020102020204" pitchFamily="34" charset="0"/>
              <a:buChar char="+"/>
            </a:pPr>
            <a:r>
              <a:rPr lang="fr-FR" dirty="0"/>
              <a:t> Possibilité d'ajouter des notes</a:t>
            </a:r>
          </a:p>
          <a:p>
            <a:pPr>
              <a:buFont typeface="Franklin Gothic Book" panose="020B0503020102020204" pitchFamily="34" charset="0"/>
              <a:buChar char="+"/>
            </a:pPr>
            <a:r>
              <a:rPr lang="fr-FR" dirty="0"/>
              <a:t> Populaire dans la communauté</a:t>
            </a:r>
          </a:p>
          <a:p>
            <a:pPr>
              <a:buFont typeface="Franklin Gothic Book" panose="020B0503020102020204" pitchFamily="34" charset="0"/>
              <a:buChar char="+"/>
            </a:pPr>
            <a:r>
              <a:rPr lang="fr-FR" dirty="0"/>
              <a:t> Facilité pour pouvoir consulter et modifier la feuille d'un personnage, permet de suivre son évolution</a:t>
            </a:r>
          </a:p>
          <a:p>
            <a:pPr>
              <a:buFont typeface="Franklin Gothic Book" panose="020B0503020102020204" pitchFamily="34" charset="0"/>
              <a:buChar char="+"/>
            </a:pPr>
            <a:endParaRPr lang="fr-FR" dirty="0"/>
          </a:p>
          <a:p>
            <a:pPr>
              <a:buFont typeface="Franklin Gothic Book" panose="020B0503020102020204" pitchFamily="34" charset="0"/>
              <a:buChar char="-"/>
            </a:pPr>
            <a:r>
              <a:rPr lang="fr-FR" dirty="0"/>
              <a:t> Seulement pour </a:t>
            </a:r>
            <a:r>
              <a:rPr lang="fr-FR" dirty="0" err="1"/>
              <a:t>DnD</a:t>
            </a:r>
            <a:r>
              <a:rPr lang="fr-FR" dirty="0"/>
              <a:t> 5e, pas de solution générale pour des personnages de tout type</a:t>
            </a:r>
          </a:p>
          <a:p>
            <a:pPr>
              <a:buFont typeface="Franklin Gothic Book" panose="020B0503020102020204" pitchFamily="34" charset="0"/>
              <a:buChar char="-"/>
            </a:pPr>
            <a:r>
              <a:rPr lang="fr-FR" dirty="0"/>
              <a:t> Pub visible en bas de l'application (la pub peut être nécessaire, mais c’est dommage pour l'immersion)</a:t>
            </a:r>
          </a:p>
          <a:p>
            <a:pPr>
              <a:buFont typeface="Franklin Gothic Book" panose="020B0503020102020204" pitchFamily="34" charset="0"/>
              <a:buChar char="-"/>
            </a:pPr>
            <a:r>
              <a:rPr lang="fr-FR" dirty="0"/>
              <a:t> Interface désuète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E1E66E-BDE2-488E-9B4A-A265E05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A518-6D2F-44A5-9ADF-12C10F3EDB72}" type="slidenum">
              <a:rPr lang="fr-FR" smtClean="0"/>
              <a:t>2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0367054-54FB-4A1F-894E-DD2544E506D2}"/>
              </a:ext>
            </a:extLst>
          </p:cNvPr>
          <p:cNvSpPr txBox="1"/>
          <p:nvPr/>
        </p:nvSpPr>
        <p:spPr>
          <a:xfrm>
            <a:off x="9472736" y="99814"/>
            <a:ext cx="2540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Par </a:t>
            </a:r>
            <a:r>
              <a:rPr lang="fr-FR" dirty="0" err="1"/>
              <a:t>Menneret</a:t>
            </a:r>
            <a:r>
              <a:rPr lang="fr-FR" dirty="0"/>
              <a:t> Amaury</a:t>
            </a:r>
          </a:p>
        </p:txBody>
      </p:sp>
    </p:spTree>
    <p:extLst>
      <p:ext uri="{BB962C8B-B14F-4D97-AF65-F5344CB8AC3E}">
        <p14:creationId xmlns:p14="http://schemas.microsoft.com/office/powerpoint/2010/main" val="1983346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A340F3-5DF2-40C0-BCF7-FCB5287DC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KILNrpg</a:t>
            </a:r>
            <a:endParaRPr lang="fr-FR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2EBB08-8C03-4DF3-969A-FF8DB804D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Franklin Gothic Book" panose="020B0503020102020204" pitchFamily="34" charset="0"/>
              <a:buChar char="+"/>
            </a:pPr>
            <a:r>
              <a:rPr lang="fr-FR" dirty="0"/>
              <a:t>Multi plateforme</a:t>
            </a:r>
          </a:p>
          <a:p>
            <a:pPr>
              <a:buFont typeface="Franklin Gothic Book" panose="020B0503020102020204" pitchFamily="34" charset="0"/>
              <a:buChar char="+"/>
            </a:pPr>
            <a:r>
              <a:rPr lang="fr-FR" dirty="0"/>
              <a:t>Mode hors partie, et en partie pour différentier les contexte des informations</a:t>
            </a:r>
          </a:p>
          <a:p>
            <a:pPr>
              <a:buFont typeface="Franklin Gothic Book" panose="020B0503020102020204" pitchFamily="34" charset="0"/>
              <a:buChar char="+"/>
            </a:pPr>
            <a:r>
              <a:rPr lang="fr-FR" dirty="0"/>
              <a:t>Partage d’information intégré avec d’autres utilisateurs</a:t>
            </a:r>
          </a:p>
          <a:p>
            <a:pPr>
              <a:buFont typeface="Franklin Gothic Book" panose="020B0503020102020204" pitchFamily="34" charset="0"/>
              <a:buChar char="+"/>
            </a:pPr>
            <a:r>
              <a:rPr lang="fr-FR" dirty="0"/>
              <a:t>Gestion d’équipement pour joueur et Maitre du Jeu</a:t>
            </a:r>
          </a:p>
          <a:p>
            <a:pPr>
              <a:buFont typeface="Franklin Gothic Book" panose="020B0503020102020204" pitchFamily="34" charset="0"/>
              <a:buChar char="+"/>
            </a:pPr>
            <a:r>
              <a:rPr lang="fr-FR" dirty="0"/>
              <a:t>Update en temps réel</a:t>
            </a:r>
          </a:p>
          <a:p>
            <a:pPr>
              <a:buFont typeface="Franklin Gothic Book" panose="020B0503020102020204" pitchFamily="34" charset="0"/>
              <a:buChar char="+"/>
            </a:pPr>
            <a:endParaRPr lang="fr-FR" dirty="0"/>
          </a:p>
          <a:p>
            <a:pPr>
              <a:buFont typeface="Franklin Gothic Book" panose="020B0503020102020204" pitchFamily="34" charset="0"/>
              <a:buChar char="±"/>
            </a:pPr>
            <a:r>
              <a:rPr lang="fr-FR" dirty="0"/>
              <a:t>Tout est en ligne</a:t>
            </a:r>
          </a:p>
          <a:p>
            <a:pPr>
              <a:buFont typeface="Franklin Gothic Book" panose="020B0503020102020204" pitchFamily="34" charset="0"/>
              <a:buChar char="±"/>
            </a:pPr>
            <a:endParaRPr lang="fr-FR" dirty="0"/>
          </a:p>
          <a:p>
            <a:pPr>
              <a:buFont typeface="Franklin Gothic Book" panose="020B0503020102020204" pitchFamily="34" charset="0"/>
              <a:buChar char="-"/>
            </a:pPr>
            <a:r>
              <a:rPr lang="fr-FR" dirty="0"/>
              <a:t>Beaucoup d’onglets</a:t>
            </a:r>
          </a:p>
          <a:p>
            <a:pPr>
              <a:buFont typeface="Franklin Gothic Book" panose="020B0503020102020204" pitchFamily="34" charset="0"/>
              <a:buChar char="-"/>
            </a:pPr>
            <a:r>
              <a:rPr lang="fr-FR" dirty="0"/>
              <a:t>Beaucoup d’informations à rentrer lors de la création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47A4BA-066B-4662-8D04-1417E32D0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A518-6D2F-44A5-9ADF-12C10F3EDB72}" type="slidenum">
              <a:rPr lang="fr-FR" smtClean="0"/>
              <a:t>3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5704124-1305-45A0-B8A1-A03AD1F00DA9}"/>
              </a:ext>
            </a:extLst>
          </p:cNvPr>
          <p:cNvSpPr txBox="1"/>
          <p:nvPr/>
        </p:nvSpPr>
        <p:spPr>
          <a:xfrm>
            <a:off x="9934662" y="99814"/>
            <a:ext cx="20783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Par Lucas </a:t>
            </a:r>
            <a:r>
              <a:rPr lang="fr-FR" dirty="0" err="1"/>
              <a:t>Devanlay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155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A0C018-8B84-44A3-824C-159CBEFE7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Fight</a:t>
            </a:r>
            <a:r>
              <a:rPr lang="fr-FR" b="1" dirty="0"/>
              <a:t> club 5th </a:t>
            </a:r>
            <a:r>
              <a:rPr lang="fr-FR" b="1" dirty="0" err="1"/>
              <a:t>edition</a:t>
            </a:r>
            <a:endParaRPr lang="fr-FR" b="1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6E68765F-10E2-424A-8F6D-8FE826CBA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Franklin Gothic Book" panose="020B0503020102020204" pitchFamily="34" charset="0"/>
              <a:buChar char="+"/>
            </a:pPr>
            <a:r>
              <a:rPr lang="fr-FR" dirty="0"/>
              <a:t> Interface claire, guidée</a:t>
            </a:r>
          </a:p>
          <a:p>
            <a:pPr>
              <a:buFont typeface="Franklin Gothic Book" panose="020B0503020102020204" pitchFamily="34" charset="0"/>
              <a:buChar char="+"/>
            </a:pPr>
            <a:r>
              <a:rPr lang="fr-FR" dirty="0"/>
              <a:t> Possibilité d’ajouter des paramètres custom(race, traits, etc..)</a:t>
            </a:r>
          </a:p>
          <a:p>
            <a:pPr>
              <a:buFont typeface="Franklin Gothic Book" panose="020B0503020102020204" pitchFamily="34" charset="0"/>
              <a:buChar char="+"/>
            </a:pPr>
            <a:r>
              <a:rPr lang="fr-FR" dirty="0"/>
              <a:t> Wiki intégré pour pouvoir se rappeler de détails sans quitter l'application</a:t>
            </a:r>
          </a:p>
          <a:p>
            <a:pPr>
              <a:buFont typeface="Franklin Gothic Book" panose="020B0503020102020204" pitchFamily="34" charset="0"/>
              <a:buChar char="+"/>
            </a:pPr>
            <a:endParaRPr lang="fr-FR" dirty="0"/>
          </a:p>
          <a:p>
            <a:pPr>
              <a:buFont typeface="Franklin Gothic Book" panose="020B0503020102020204" pitchFamily="34" charset="0"/>
              <a:buChar char="-"/>
            </a:pPr>
            <a:r>
              <a:rPr lang="fr-FR" dirty="0"/>
              <a:t> Une interface qui fait très "</a:t>
            </a:r>
            <a:r>
              <a:rPr lang="fr-FR" dirty="0" err="1"/>
              <a:t>bare</a:t>
            </a:r>
            <a:r>
              <a:rPr lang="fr-FR" dirty="0"/>
              <a:t> </a:t>
            </a:r>
            <a:r>
              <a:rPr lang="fr-FR" dirty="0" err="1"/>
              <a:t>bones</a:t>
            </a:r>
            <a:r>
              <a:rPr lang="fr-FR" dirty="0"/>
              <a:t>« </a:t>
            </a:r>
          </a:p>
          <a:p>
            <a:pPr>
              <a:buFont typeface="Franklin Gothic Book" panose="020B0503020102020204" pitchFamily="34" charset="0"/>
              <a:buChar char="-"/>
            </a:pPr>
            <a:r>
              <a:rPr lang="fr-FR" dirty="0"/>
              <a:t> Pas de possibilité de voir les personnages d'autres joueurs (à première vue en tout cas)</a:t>
            </a:r>
          </a:p>
          <a:p>
            <a:pPr>
              <a:buFont typeface="Franklin Gothic Book" panose="020B0503020102020204" pitchFamily="34" charset="0"/>
              <a:buChar char="-"/>
            </a:pPr>
            <a:r>
              <a:rPr lang="fr-FR" dirty="0"/>
              <a:t> Possibilité de créer seulement une fiche, sauf en payant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50F77F4-06F9-4C0A-B86A-1BE9A093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A518-6D2F-44A5-9ADF-12C10F3EDB72}" type="slidenum">
              <a:rPr lang="fr-FR" smtClean="0"/>
              <a:t>4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27A799B-7443-411D-9FDD-89A1BB5331A7}"/>
              </a:ext>
            </a:extLst>
          </p:cNvPr>
          <p:cNvSpPr txBox="1"/>
          <p:nvPr/>
        </p:nvSpPr>
        <p:spPr>
          <a:xfrm>
            <a:off x="9613783" y="99814"/>
            <a:ext cx="23992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Par </a:t>
            </a:r>
            <a:r>
              <a:rPr lang="fr-FR" dirty="0" err="1"/>
              <a:t>Menneret</a:t>
            </a:r>
            <a:r>
              <a:rPr lang="fr-FR" dirty="0"/>
              <a:t> Amaury</a:t>
            </a:r>
          </a:p>
        </p:txBody>
      </p:sp>
    </p:spTree>
    <p:extLst>
      <p:ext uri="{BB962C8B-B14F-4D97-AF65-F5344CB8AC3E}">
        <p14:creationId xmlns:p14="http://schemas.microsoft.com/office/powerpoint/2010/main" val="3473523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FB0259-A15D-4764-AF70-87B73F894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Charactersheetonline.com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8EA551-96EE-4BC5-9041-A4A807562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Franklin Gothic Book" panose="020B0503020102020204" pitchFamily="34" charset="0"/>
              <a:buChar char="+"/>
            </a:pPr>
            <a:r>
              <a:rPr lang="fr-FR" dirty="0"/>
              <a:t>Auto complétion d’informations</a:t>
            </a:r>
          </a:p>
          <a:p>
            <a:pPr>
              <a:buFont typeface="Franklin Gothic Book" panose="020B0503020102020204" pitchFamily="34" charset="0"/>
              <a:buChar char="+"/>
            </a:pPr>
            <a:r>
              <a:rPr lang="fr-FR" dirty="0"/>
              <a:t>Création de modèle facilement échangeable</a:t>
            </a:r>
          </a:p>
          <a:p>
            <a:pPr>
              <a:buFont typeface="Franklin Gothic Book" panose="020B0503020102020204" pitchFamily="34" charset="0"/>
              <a:buChar char="+"/>
            </a:pPr>
            <a:r>
              <a:rPr lang="fr-FR" dirty="0"/>
              <a:t>Interface pour faire des graphiques pour les personnages et outils</a:t>
            </a:r>
          </a:p>
          <a:p>
            <a:pPr>
              <a:buFont typeface="Franklin Gothic Book" panose="020B0503020102020204" pitchFamily="34" charset="0"/>
              <a:buChar char="+"/>
            </a:pPr>
            <a:r>
              <a:rPr lang="fr-FR" dirty="0"/>
              <a:t>Chat intégré entre utilisateurs</a:t>
            </a:r>
          </a:p>
          <a:p>
            <a:pPr>
              <a:buFont typeface="Franklin Gothic Book" panose="020B0503020102020204" pitchFamily="34" charset="0"/>
              <a:buChar char="+"/>
            </a:pPr>
            <a:r>
              <a:rPr lang="fr-FR" dirty="0"/>
              <a:t>Imprimable sur feuille/en PDF</a:t>
            </a:r>
          </a:p>
          <a:p>
            <a:pPr>
              <a:buFont typeface="Franklin Gothic Book" panose="020B0503020102020204" pitchFamily="34" charset="0"/>
              <a:buChar char="+"/>
            </a:pPr>
            <a:r>
              <a:rPr lang="fr-FR" dirty="0"/>
              <a:t>Banque de feuilles de personnage disponible à télécharger</a:t>
            </a:r>
          </a:p>
          <a:p>
            <a:pPr>
              <a:buFont typeface="Franklin Gothic Book" panose="020B0503020102020204" pitchFamily="34" charset="0"/>
              <a:buChar char="+"/>
            </a:pPr>
            <a:r>
              <a:rPr lang="fr-FR" dirty="0"/>
              <a:t>Interface intuitive</a:t>
            </a:r>
          </a:p>
          <a:p>
            <a:pPr>
              <a:buFont typeface="Franklin Gothic Book" panose="020B0503020102020204" pitchFamily="34" charset="0"/>
              <a:buChar char="+"/>
            </a:pPr>
            <a:endParaRPr lang="fr-FR" dirty="0"/>
          </a:p>
          <a:p>
            <a:pPr>
              <a:buFont typeface="Franklin Gothic Book" panose="020B0503020102020204" pitchFamily="34" charset="0"/>
              <a:buChar char="-"/>
            </a:pPr>
            <a:r>
              <a:rPr lang="fr-FR" dirty="0"/>
              <a:t>Ecran parfois saturé d’informations</a:t>
            </a:r>
          </a:p>
          <a:p>
            <a:pPr>
              <a:buFont typeface="Franklin Gothic Book" panose="020B0503020102020204" pitchFamily="34" charset="0"/>
              <a:buChar char="-"/>
            </a:pPr>
            <a:r>
              <a:rPr lang="fr-FR" dirty="0"/>
              <a:t>Faible possibilité de customisation d’image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7BC4D4-6BEE-4BAD-9648-617947BDF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A518-6D2F-44A5-9ADF-12C10F3EDB72}" type="slidenum">
              <a:rPr lang="fr-FR" smtClean="0"/>
              <a:t>5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14E12FA-6B7C-4C1A-B1A4-2F9D98366AAA}"/>
              </a:ext>
            </a:extLst>
          </p:cNvPr>
          <p:cNvSpPr txBox="1"/>
          <p:nvPr/>
        </p:nvSpPr>
        <p:spPr>
          <a:xfrm>
            <a:off x="9934662" y="99814"/>
            <a:ext cx="20783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Par Lucas </a:t>
            </a:r>
            <a:r>
              <a:rPr lang="fr-FR" dirty="0" err="1"/>
              <a:t>Devanlay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3069425"/>
      </p:ext>
    </p:extLst>
  </p:cSld>
  <p:clrMapOvr>
    <a:masterClrMapping/>
  </p:clrMapOvr>
</p:sld>
</file>

<file path=ppt/theme/theme1.xml><?xml version="1.0" encoding="utf-8"?>
<a:theme xmlns:a="http://schemas.openxmlformats.org/drawingml/2006/main" name="Cadrage">
  <a:themeElements>
    <a:clrScheme name="Cadrage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dra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TM10001105[[fn=Cadrage]]</Template>
  <TotalTime>97</TotalTime>
  <Words>267</Words>
  <Application>Microsoft Office PowerPoint</Application>
  <PresentationFormat>Grand écran</PresentationFormat>
  <Paragraphs>49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Calibri</vt:lpstr>
      <vt:lpstr>Franklin Gothic Book</vt:lpstr>
      <vt:lpstr>Franklin Gothic Medium</vt:lpstr>
      <vt:lpstr>Cadrage</vt:lpstr>
      <vt:lpstr>Benchmark – Card Racter</vt:lpstr>
      <vt:lpstr>5e Character Sheet app</vt:lpstr>
      <vt:lpstr>KILNrpg</vt:lpstr>
      <vt:lpstr>Fight club 5th edition</vt:lpstr>
      <vt:lpstr>Charactersheetonline.com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 - CardRacter</dc:title>
  <dc:creator>MENNERET AMAURY p2300342</dc:creator>
  <cp:lastModifiedBy>DEVANLAY LUCAS p2303389</cp:lastModifiedBy>
  <cp:revision>22</cp:revision>
  <dcterms:created xsi:type="dcterms:W3CDTF">2025-09-09T09:19:50Z</dcterms:created>
  <dcterms:modified xsi:type="dcterms:W3CDTF">2025-09-15T15:02:36Z</dcterms:modified>
</cp:coreProperties>
</file>